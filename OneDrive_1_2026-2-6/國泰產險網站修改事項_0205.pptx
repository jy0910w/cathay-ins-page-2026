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62" r:id="rId3"/>
    <p:sldId id="2147481144" r:id="rId4"/>
    <p:sldId id="273" r:id="rId5"/>
    <p:sldId id="256" r:id="rId6"/>
    <p:sldId id="257" r:id="rId7"/>
    <p:sldId id="258" r:id="rId8"/>
    <p:sldId id="259" r:id="rId9"/>
    <p:sldId id="264" r:id="rId10"/>
    <p:sldId id="265" r:id="rId11"/>
    <p:sldId id="266" r:id="rId12"/>
    <p:sldId id="267" r:id="rId13"/>
    <p:sldId id="272" r:id="rId14"/>
    <p:sldId id="269" r:id="rId15"/>
    <p:sldId id="271" r:id="rId16"/>
    <p:sldId id="268" r:id="rId17"/>
    <p:sldId id="263" r:id="rId18"/>
    <p:sldId id="261" r:id="rId19"/>
    <p:sldId id="260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B17D3-9138-420B-8D2B-F5B609632A9F}" v="2" dt="2026-02-06T02:40:56.957"/>
    <p1510:client id="{C6CEE086-20FB-E0C2-BFB7-B1794A844F22}" v="1" dt="2026-02-05T11:05:18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58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詹雯茜(Cici)" userId="d1f6a72f-17f9-419b-bf40-ad0d9fff2ea7" providerId="ADAL" clId="{545E6CD1-3F93-400A-B550-3BCF42832EBE}"/>
    <pc:docChg chg="addSld modSld">
      <pc:chgData name="詹雯茜(Cici)" userId="d1f6a72f-17f9-419b-bf40-ad0d9fff2ea7" providerId="ADAL" clId="{545E6CD1-3F93-400A-B550-3BCF42832EBE}" dt="2026-02-06T02:40:56.957" v="60"/>
      <pc:docMkLst>
        <pc:docMk/>
      </pc:docMkLst>
      <pc:sldChg chg="modSp mod">
        <pc:chgData name="詹雯茜(Cici)" userId="d1f6a72f-17f9-419b-bf40-ad0d9fff2ea7" providerId="ADAL" clId="{545E6CD1-3F93-400A-B550-3BCF42832EBE}" dt="2026-02-06T02:40:52.792" v="59" actId="20577"/>
        <pc:sldMkLst>
          <pc:docMk/>
          <pc:sldMk cId="1845348668" sldId="262"/>
        </pc:sldMkLst>
        <pc:spChg chg="mod">
          <ac:chgData name="詹雯茜(Cici)" userId="d1f6a72f-17f9-419b-bf40-ad0d9fff2ea7" providerId="ADAL" clId="{545E6CD1-3F93-400A-B550-3BCF42832EBE}" dt="2026-02-06T02:40:52.792" v="59" actId="20577"/>
          <ac:spMkLst>
            <pc:docMk/>
            <pc:sldMk cId="1845348668" sldId="262"/>
            <ac:spMk id="4" creationId="{2FA1002B-50FE-406E-83A3-30E14FF5617F}"/>
          </ac:spMkLst>
        </pc:spChg>
      </pc:sldChg>
      <pc:sldChg chg="add">
        <pc:chgData name="詹雯茜(Cici)" userId="d1f6a72f-17f9-419b-bf40-ad0d9fff2ea7" providerId="ADAL" clId="{545E6CD1-3F93-400A-B550-3BCF42832EBE}" dt="2026-02-06T02:40:35.850" v="0"/>
        <pc:sldMkLst>
          <pc:docMk/>
          <pc:sldMk cId="1763203005" sldId="273"/>
        </pc:sldMkLst>
      </pc:sldChg>
      <pc:sldChg chg="add">
        <pc:chgData name="詹雯茜(Cici)" userId="d1f6a72f-17f9-419b-bf40-ad0d9fff2ea7" providerId="ADAL" clId="{545E6CD1-3F93-400A-B550-3BCF42832EBE}" dt="2026-02-06T02:40:56.957" v="60"/>
        <pc:sldMkLst>
          <pc:docMk/>
          <pc:sldMk cId="1281991949" sldId="2147481144"/>
        </pc:sldMkLst>
      </pc:sldChg>
    </pc:docChg>
  </pc:docChgLst>
  <pc:docChgLst>
    <pc:chgData name="邱育泓(Jimmy Chiu)" userId="S::jimmy.chiu@hakuhodo.com.tw::6822913d-b8f1-4cd2-b79e-fd12b44cdce8" providerId="AD" clId="Web-{C6CEE086-20FB-E0C2-BFB7-B1794A844F22}"/>
    <pc:docChg chg="modSld">
      <pc:chgData name="邱育泓(Jimmy Chiu)" userId="S::jimmy.chiu@hakuhodo.com.tw::6822913d-b8f1-4cd2-b79e-fd12b44cdce8" providerId="AD" clId="Web-{C6CEE086-20FB-E0C2-BFB7-B1794A844F22}" dt="2026-02-05T11:05:18.029" v="0" actId="1076"/>
      <pc:docMkLst>
        <pc:docMk/>
      </pc:docMkLst>
      <pc:sldChg chg="modSp">
        <pc:chgData name="邱育泓(Jimmy Chiu)" userId="S::jimmy.chiu@hakuhodo.com.tw::6822913d-b8f1-4cd2-b79e-fd12b44cdce8" providerId="AD" clId="Web-{C6CEE086-20FB-E0C2-BFB7-B1794A844F22}" dt="2026-02-05T11:05:18.029" v="0" actId="1076"/>
        <pc:sldMkLst>
          <pc:docMk/>
          <pc:sldMk cId="3640592613" sldId="258"/>
        </pc:sldMkLst>
        <pc:spChg chg="mod">
          <ac:chgData name="邱育泓(Jimmy Chiu)" userId="S::jimmy.chiu@hakuhodo.com.tw::6822913d-b8f1-4cd2-b79e-fd12b44cdce8" providerId="AD" clId="Web-{C6CEE086-20FB-E0C2-BFB7-B1794A844F22}" dt="2026-02-05T11:05:18.029" v="0" actId="1076"/>
          <ac:spMkLst>
            <pc:docMk/>
            <pc:sldMk cId="3640592613" sldId="258"/>
            <ac:spMk id="11" creationId="{9415CEF7-F5A1-59B2-44DC-CBEF5B1508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18CB1-21D9-4141-93A4-93B8B93B1D12}" type="datetimeFigureOut">
              <a:rPr kumimoji="1" lang="zh-TW" altLang="en-US" smtClean="0"/>
              <a:t>2026/2/6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E8D77-4D77-1E4F-8214-DA9ACE3D04E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9723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6765-7137-5D6B-79DE-EDF21FA4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290E53-0735-41F9-CA50-F7ADE6AC0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0B64BF-C604-F880-2077-4511325BE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FB6999-E8BF-6B58-9F15-8A3D5C6A8E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TW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821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9ED5-09FE-43F0-BFE9-098BC5E2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AA019B-7993-B93A-098D-1DAD65888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6B1E73-325D-7026-D90E-62A848226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7C0F64-1B45-25D2-539F-157FBF347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E8D77-4D77-1E4F-8214-DA9ACE3D04E8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7788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E8D77-4D77-1E4F-8214-DA9ACE3D04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2356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3677C3-C8C1-AFFA-4FD4-9A000E0B0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DB0E932-913C-120B-9E28-7614369CD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98EBB7-1065-9134-3209-69BA190D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AAACA6-12AF-8209-9A16-4DF9C7F4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F90DFB-F47B-E2CC-B045-4CBD3BE7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86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62F31-477A-36BE-D399-6E8FE767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AA0258-2C91-1C05-2E31-7BDA53B9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19E015-1D54-A17F-0C1E-76384E189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C56168-1A0B-01AE-40DE-CE8E1673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AF3FA0-22F5-93EC-A773-81D465E9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5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F535E-1EB3-7783-5230-BAC8449F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7A8C09-5C01-CCF2-BD51-BE6B0DC7C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F5E8B0-37AF-B911-4FC8-FF9E7D2D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6215D3-48F6-46C2-9116-1538B5D4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8C4A00-7A6A-532C-9E9A-956AB798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998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9BC285-19D6-D006-AB5F-51427224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0E9135-71B7-CF8F-12A8-C1DE90357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A6D71F-A776-E645-B3CF-4026A5632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374725-41BF-6E87-311C-74DA6A22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1B3BA7-C18B-62EB-E33F-0548820D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99E3F5-E461-2684-F969-6F8F6E22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82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1C0EC-1F92-D9EC-43F9-5CF852B1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E82137-F622-843A-6960-2B04B1A10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7CA937-D5C1-5A7C-8A24-3797A4E0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93B27B8-D0AE-C5A8-4FAC-55D7C59C7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668BF1-192C-3070-7AE1-01FA2D5AE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BB89B12-4D0C-60B6-AEDA-7741982B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F87ED32-78F0-AF3F-1272-60BC1BBE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DDB33E8-910F-A93F-E400-F9578C49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93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E536B5-977C-C321-8FA4-21F4DBA0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4F0FA8D-FABD-E152-B7F3-4BCB868A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EA02A2-8168-5537-7C5A-9FE9A3E3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969C86-4ABB-5117-5ABA-2EE4D1C3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0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536FAE-45B4-C7A7-2EF4-C9C05338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37FA0DA-FB09-31DB-FE6C-51CFF904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8FB0BC-1DCB-1257-7F59-BBEE3F6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02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756508-1960-FBDE-9B45-AF223452D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02C69A-A35C-F7BF-5F44-BE9343701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46E5C5-FCC0-44B7-7A8C-130C35E93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D9A9AD-BEBA-21DE-B619-2AC1C8D0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689747-D382-5E43-9ADB-300A0BAE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CA4551-D338-CC8A-01A9-F03F447E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28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E28C8-7EEF-77F8-3819-658B30C76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A91747-EAAB-FE3B-95D9-9DE90B945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6586E4-A1A3-E20D-A9DE-B09D5CE71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A0A711-E385-7480-BC3C-27A2CDF4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195AB8-8586-6117-BAFE-6C80B659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D2FA3A-09A7-2EFF-21F9-86E2FB45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06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9A1C75-184F-11B1-D5E5-BD57BD270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88FAF9-A676-41D1-9391-777FC89B7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AF6800-9AE4-81AF-1708-674C3536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D5BEC0-1ED7-7195-EDA8-596488BE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8A2FA5-E2AE-26D9-D39E-B59BCE68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68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28461DE-5ACB-0DF2-E1F8-D88E91052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E25AE11-A0D4-BE59-F3DE-61BDF6F92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086FD2-ACA5-4831-EC45-B313C7C1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E87EEA-FC7B-A7CE-C164-E77F82BB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42D0F1-C212-98DA-4C06-BF538644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43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FE17C-92CB-33C1-575B-9CD7DA91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6E2FC-00A3-6F34-D4AF-655BA939F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805254-2F86-70F7-4624-0A7DB81C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2A08-203D-9048-9B0F-A13B46658980}" type="datetimeFigureOut">
              <a:rPr kumimoji="1" lang="zh-TW" altLang="en-US" smtClean="0"/>
              <a:t>2026/2/6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D9B11D-FD0C-98D6-D02D-5687BD54D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09EB43-0F9E-415C-6351-1BD6C5E1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510-BF1A-F444-A7AD-8E2184F9EEA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693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螢幕擷取畫面, 設計 的圖片&#10;&#10;自動產生的描述">
            <a:extLst>
              <a:ext uri="{FF2B5EF4-FFF2-40B4-BE49-F238E27FC236}">
                <a16:creationId xmlns:a16="http://schemas.microsoft.com/office/drawing/2014/main" id="{816A4980-DC3E-7332-2C9D-0E281D7B8B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38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螢幕擷取畫面, 設計 的圖片&#10;&#10;自動產生的描述">
            <a:extLst>
              <a:ext uri="{FF2B5EF4-FFF2-40B4-BE49-F238E27FC236}">
                <a16:creationId xmlns:a16="http://schemas.microsoft.com/office/drawing/2014/main" id="{34408DA7-A769-59A6-422C-AE1FE436B1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84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綠色, 螢幕擷取畫面 的圖片&#10;&#10;自動產生的描述">
            <a:extLst>
              <a:ext uri="{FF2B5EF4-FFF2-40B4-BE49-F238E27FC236}">
                <a16:creationId xmlns:a16="http://schemas.microsoft.com/office/drawing/2014/main" id="{90DA7248-7BE7-93E7-3478-BC3BE09DB5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26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螢幕擷取畫面, 綠色, 設計 的圖片&#10;&#10;自動產生的描述">
            <a:extLst>
              <a:ext uri="{FF2B5EF4-FFF2-40B4-BE49-F238E27FC236}">
                <a16:creationId xmlns:a16="http://schemas.microsoft.com/office/drawing/2014/main" id="{981956F6-92B5-997D-0AC0-BD07827E9B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37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綠色, 螢幕擷取畫面, 設計 的圖片&#10;&#10;自動產生的描述">
            <a:extLst>
              <a:ext uri="{FF2B5EF4-FFF2-40B4-BE49-F238E27FC236}">
                <a16:creationId xmlns:a16="http://schemas.microsoft.com/office/drawing/2014/main" id="{1E1D6DF0-8C18-09D1-9F60-CF95478D98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43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螢幕擷取畫面, 綠色, 設計 的圖片&#10;&#10;自動產生的描述">
            <a:extLst>
              <a:ext uri="{FF2B5EF4-FFF2-40B4-BE49-F238E27FC236}">
                <a16:creationId xmlns:a16="http://schemas.microsoft.com/office/drawing/2014/main" id="{17C08FA8-7DCA-0754-EF7E-EC5D5DEC5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44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螢幕擷取畫面, 設計 的圖片&#10;&#10;自動產生的描述">
            <a:extLst>
              <a:ext uri="{FF2B5EF4-FFF2-40B4-BE49-F238E27FC236}">
                <a16:creationId xmlns:a16="http://schemas.microsoft.com/office/drawing/2014/main" id="{481DA93E-98D5-4155-BCE9-CFA1C73E0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8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F15F1E2-E19D-C525-3173-E1E1E9E5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FAF52D-57B8-1C3F-AD70-2ECF8A668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7AE54C-05CB-FC70-6966-DDFAEC67A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B6CA3-201C-4378-B035-E3F20E2DC95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1F4A13-40DB-8A33-39B3-664841D56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5CEB73-77D0-B4A2-0733-35D7919EE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1A242-F352-4F6F-8FAF-84EE4B0E70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85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DAFE6D-5AFE-466C-97D1-A7367541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6EE3A0-4B76-5309-AC38-EDD47A98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A5FC9C-A18B-46E0-02DE-1EA1CCA60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52A08-203D-9048-9B0F-A13B46658980}" type="datetimeFigureOut">
              <a:rPr kumimoji="1" lang="zh-TW" altLang="en-US" smtClean="0"/>
              <a:t>2026/2/6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E51687-FB53-4E51-C9CE-93599FEE1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F756D2-A581-5BA9-218D-D084CCA73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05510-BF1A-F444-A7AD-8E2184F9EEA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7696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FA1002B-50FE-406E-83A3-30E14FF5617F}"/>
              </a:ext>
            </a:extLst>
          </p:cNvPr>
          <p:cNvSpPr txBox="1"/>
          <p:nvPr/>
        </p:nvSpPr>
        <p:spPr>
          <a:xfrm>
            <a:off x="1886414" y="3059668"/>
            <a:ext cx="8419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文案調整</a:t>
            </a:r>
            <a:r>
              <a:rPr lang="en-US" altLang="zh-TW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同先前提供內容</a:t>
            </a:r>
            <a:r>
              <a:rPr lang="en-US" altLang="zh-TW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  <a:endParaRPr lang="zh-TW" altLang="en-US" sz="3000" spc="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534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8EA2-9B3B-91E7-F770-C11B2DD26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0D2ED8D-7AF5-DCE8-1739-FCE4A8449A44}"/>
              </a:ext>
            </a:extLst>
          </p:cNvPr>
          <p:cNvSpPr/>
          <p:nvPr/>
        </p:nvSpPr>
        <p:spPr>
          <a:xfrm>
            <a:off x="2420744" y="3543022"/>
            <a:ext cx="2044725" cy="15664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38A8E6-05A8-2C11-0FFB-7BD512D70BCF}"/>
              </a:ext>
            </a:extLst>
          </p:cNvPr>
          <p:cNvSpPr/>
          <p:nvPr/>
        </p:nvSpPr>
        <p:spPr>
          <a:xfrm>
            <a:off x="185576" y="5720301"/>
            <a:ext cx="6641251" cy="7508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007EC1-65D0-BD45-61CD-7BDD354EA426}"/>
              </a:ext>
            </a:extLst>
          </p:cNvPr>
          <p:cNvSpPr/>
          <p:nvPr/>
        </p:nvSpPr>
        <p:spPr>
          <a:xfrm>
            <a:off x="2133112" y="1514596"/>
            <a:ext cx="2794985" cy="14726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CF15CE-F106-EE40-3B8C-B5ED4F11E236}"/>
              </a:ext>
            </a:extLst>
          </p:cNvPr>
          <p:cNvSpPr txBox="1"/>
          <p:nvPr/>
        </p:nvSpPr>
        <p:spPr>
          <a:xfrm>
            <a:off x="868740" y="8336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3200"/>
              <a:buFont typeface="Arial"/>
              <a:buNone/>
              <a:tabLst/>
              <a:defRPr/>
            </a:pP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Arial"/>
              </a:rPr>
              <a:t>文案調整</a:t>
            </a: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576BB6A-6F71-67E7-10DD-40F6699EA71E}"/>
              </a:ext>
            </a:extLst>
          </p:cNvPr>
          <p:cNvSpPr txBox="1"/>
          <p:nvPr/>
        </p:nvSpPr>
        <p:spPr>
          <a:xfrm>
            <a:off x="0" y="5176565"/>
            <a:ext cx="1475509" cy="369332"/>
          </a:xfrm>
          <a:prstGeom prst="homePlate">
            <a:avLst/>
          </a:prstGeom>
          <a:solidFill>
            <a:srgbClr val="6CDA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網頁標題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6A6876-3D1D-D468-1A07-1908FCCFABC4}"/>
              </a:ext>
            </a:extLst>
          </p:cNvPr>
          <p:cNvSpPr txBox="1"/>
          <p:nvPr/>
        </p:nvSpPr>
        <p:spPr>
          <a:xfrm>
            <a:off x="1475509" y="5216440"/>
            <a:ext cx="609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會員專屬 | 快來挑戰『簡單點』洗腦舞，萬元大獎等你拿！</a:t>
            </a:r>
            <a:endParaRPr kumimoji="0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6F6EFA-218D-E581-D947-722B9CFF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82" y="5772693"/>
            <a:ext cx="4987636" cy="30590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3672C8E-FAD2-8ABC-4615-A2C17281D75E}"/>
              </a:ext>
            </a:extLst>
          </p:cNvPr>
          <p:cNvSpPr txBox="1"/>
          <p:nvPr/>
        </p:nvSpPr>
        <p:spPr>
          <a:xfrm>
            <a:off x="279685" y="5814007"/>
            <a:ext cx="16114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*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出現位置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23ED58-65F8-C7DF-2A24-CF0BAE129AB5}"/>
              </a:ext>
            </a:extLst>
          </p:cNvPr>
          <p:cNvSpPr/>
          <p:nvPr/>
        </p:nvSpPr>
        <p:spPr>
          <a:xfrm>
            <a:off x="4423905" y="5830990"/>
            <a:ext cx="2184713" cy="247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51FB650-B7D3-8B53-19BF-8EC7D3647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982" y="6136899"/>
            <a:ext cx="3620132" cy="28217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905AC4-22B6-3A5A-29ED-A710C4DCE2F1}"/>
              </a:ext>
            </a:extLst>
          </p:cNvPr>
          <p:cNvSpPr txBox="1"/>
          <p:nvPr/>
        </p:nvSpPr>
        <p:spPr>
          <a:xfrm>
            <a:off x="0" y="827834"/>
            <a:ext cx="1475509" cy="369332"/>
          </a:xfrm>
          <a:prstGeom prst="homePlate">
            <a:avLst/>
          </a:prstGeom>
          <a:solidFill>
            <a:srgbClr val="6CDA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KV</a:t>
            </a: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活動標題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28943C-1A44-E2DC-4CCD-E274BC1E21CF}"/>
              </a:ext>
            </a:extLst>
          </p:cNvPr>
          <p:cNvSpPr txBox="1"/>
          <p:nvPr/>
        </p:nvSpPr>
        <p:spPr>
          <a:xfrm>
            <a:off x="1777180" y="762298"/>
            <a:ext cx="3620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736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           \ 線上投保 /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選國泰產險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『簡單點』洗腦舞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736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募集抽獎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342DB01-F575-D49C-C493-8F578AC061BB}"/>
              </a:ext>
            </a:extLst>
          </p:cNvPr>
          <p:cNvSpPr txBox="1"/>
          <p:nvPr/>
        </p:nvSpPr>
        <p:spPr>
          <a:xfrm>
            <a:off x="2094292" y="1530417"/>
            <a:ext cx="16114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*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出現位置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F99E47A4-1075-2F22-FC34-599580847906}"/>
              </a:ext>
            </a:extLst>
          </p:cNvPr>
          <p:cNvGrpSpPr/>
          <p:nvPr/>
        </p:nvGrpSpPr>
        <p:grpSpPr>
          <a:xfrm>
            <a:off x="2224435" y="1794462"/>
            <a:ext cx="2568458" cy="1085527"/>
            <a:chOff x="5008858" y="1748296"/>
            <a:chExt cx="2568458" cy="1085527"/>
          </a:xfrm>
        </p:grpSpPr>
        <p:pic>
          <p:nvPicPr>
            <p:cNvPr id="28" name="圖片 27" descr="一張含有 文字, 卡通, 圖解, 美工圖案 的圖片&#10;&#10;AI 產生的內容可能不正確。">
              <a:extLst>
                <a:ext uri="{FF2B5EF4-FFF2-40B4-BE49-F238E27FC236}">
                  <a16:creationId xmlns:a16="http://schemas.microsoft.com/office/drawing/2014/main" id="{4B08B6EA-19BD-1F2F-2F1B-04EFE33A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8858" y="1748296"/>
              <a:ext cx="2568458" cy="1085527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98CE317-C323-4A6B-5C59-CB54023EFBC8}"/>
                </a:ext>
              </a:extLst>
            </p:cNvPr>
            <p:cNvSpPr/>
            <p:nvPr/>
          </p:nvSpPr>
          <p:spPr>
            <a:xfrm>
              <a:off x="5600043" y="1837905"/>
              <a:ext cx="1403430" cy="4002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6BF316-E34D-7676-46B3-0B36B00DC44B}"/>
              </a:ext>
            </a:extLst>
          </p:cNvPr>
          <p:cNvSpPr txBox="1"/>
          <p:nvPr/>
        </p:nvSpPr>
        <p:spPr>
          <a:xfrm>
            <a:off x="0" y="3028488"/>
            <a:ext cx="1475509" cy="369332"/>
          </a:xfrm>
          <a:prstGeom prst="homePlate">
            <a:avLst/>
          </a:prstGeom>
          <a:solidFill>
            <a:srgbClr val="6CDA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影片標題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6312FF-BE1F-98B7-C6FA-9B792C094088}"/>
              </a:ext>
            </a:extLst>
          </p:cNvPr>
          <p:cNvSpPr txBox="1"/>
          <p:nvPr/>
        </p:nvSpPr>
        <p:spPr>
          <a:xfrm>
            <a:off x="1475509" y="3098501"/>
            <a:ext cx="4998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🎵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736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線上投保 選國泰產險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『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簡單點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』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洗腦舞完整版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575653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MV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D74C4D2-9371-D004-E11C-3E7F3F301E15}"/>
              </a:ext>
            </a:extLst>
          </p:cNvPr>
          <p:cNvSpPr txBox="1"/>
          <p:nvPr/>
        </p:nvSpPr>
        <p:spPr>
          <a:xfrm>
            <a:off x="2363281" y="3551011"/>
            <a:ext cx="16114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*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出現位置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BA1DC0A-1ADD-FCFA-20B6-A08BE203C3F3}"/>
              </a:ext>
            </a:extLst>
          </p:cNvPr>
          <p:cNvGrpSpPr/>
          <p:nvPr/>
        </p:nvGrpSpPr>
        <p:grpSpPr>
          <a:xfrm>
            <a:off x="2496393" y="3819269"/>
            <a:ext cx="1893425" cy="1275018"/>
            <a:chOff x="5255520" y="3774001"/>
            <a:chExt cx="1893425" cy="1275018"/>
          </a:xfrm>
        </p:grpSpPr>
        <p:pic>
          <p:nvPicPr>
            <p:cNvPr id="17" name="圖片 16" descr="一張含有 服裝, 人員, 女孩, 螢幕擷取畫面 的圖片&#10;&#10;AI 產生的內容可能不正確。">
              <a:extLst>
                <a:ext uri="{FF2B5EF4-FFF2-40B4-BE49-F238E27FC236}">
                  <a16:creationId xmlns:a16="http://schemas.microsoft.com/office/drawing/2014/main" id="{1B62154B-6E6B-2834-0CB9-4162B0B08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55520" y="3774001"/>
              <a:ext cx="1893425" cy="1275018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B43470D-98B3-1BA2-BED7-69A49DE34A71}"/>
                </a:ext>
              </a:extLst>
            </p:cNvPr>
            <p:cNvSpPr/>
            <p:nvPr/>
          </p:nvSpPr>
          <p:spPr>
            <a:xfrm>
              <a:off x="5350770" y="3815280"/>
              <a:ext cx="1694266" cy="1748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1AEA9EC-C7AC-2163-324B-65A73A1F919E}"/>
              </a:ext>
            </a:extLst>
          </p:cNvPr>
          <p:cNvSpPr txBox="1"/>
          <p:nvPr/>
        </p:nvSpPr>
        <p:spPr>
          <a:xfrm>
            <a:off x="1247476" y="5787147"/>
            <a:ext cx="3264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①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5C6D648-E106-9DE0-830D-960F7D58C264}"/>
              </a:ext>
            </a:extLst>
          </p:cNvPr>
          <p:cNvSpPr txBox="1"/>
          <p:nvPr/>
        </p:nvSpPr>
        <p:spPr>
          <a:xfrm>
            <a:off x="1247475" y="6115694"/>
            <a:ext cx="3264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②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8F3C9B0-B250-67E4-7F5A-4BF8EAAE3999}"/>
              </a:ext>
            </a:extLst>
          </p:cNvPr>
          <p:cNvSpPr txBox="1"/>
          <p:nvPr/>
        </p:nvSpPr>
        <p:spPr>
          <a:xfrm>
            <a:off x="7457867" y="844034"/>
            <a:ext cx="2818742" cy="369332"/>
          </a:xfrm>
          <a:prstGeom prst="homePlate">
            <a:avLst/>
          </a:prstGeom>
          <a:solidFill>
            <a:srgbClr val="6CDA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easy_tap</a:t>
            </a: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改</a:t>
            </a: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Helvetica Neue"/>
              </a:rPr>
              <a:t>EASY2026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Helvetica Neue"/>
            </a:endParaRP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98429F9-152A-6F91-082C-CFC951A1FF2B}"/>
              </a:ext>
            </a:extLst>
          </p:cNvPr>
          <p:cNvCxnSpPr/>
          <p:nvPr/>
        </p:nvCxnSpPr>
        <p:spPr>
          <a:xfrm>
            <a:off x="7273636" y="1028700"/>
            <a:ext cx="0" cy="5390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圖片 33" descr="一張含有 文字, 卡通, 美工圖案, 字型 的圖片&#10;&#10;AI 產生的內容可能不正確。">
            <a:extLst>
              <a:ext uri="{FF2B5EF4-FFF2-40B4-BE49-F238E27FC236}">
                <a16:creationId xmlns:a16="http://schemas.microsoft.com/office/drawing/2014/main" id="{4BC6F09F-B549-A0D4-BD5D-3164E64EC1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060" y="1653116"/>
            <a:ext cx="4182229" cy="1560038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629FC3A3-0D4A-498A-9595-DA2699DEEA2C}"/>
              </a:ext>
            </a:extLst>
          </p:cNvPr>
          <p:cNvSpPr/>
          <p:nvPr/>
        </p:nvSpPr>
        <p:spPr>
          <a:xfrm>
            <a:off x="10591020" y="2473036"/>
            <a:ext cx="1080654" cy="1746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「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EASY2026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128199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18FA-F76A-C733-76D2-C48AE4D2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09F5A99-3BF8-61D3-757A-E57F7507A4A0}"/>
              </a:ext>
            </a:extLst>
          </p:cNvPr>
          <p:cNvSpPr txBox="1"/>
          <p:nvPr/>
        </p:nvSpPr>
        <p:spPr>
          <a:xfrm>
            <a:off x="1886414" y="3059668"/>
            <a:ext cx="8419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PC</a:t>
            </a:r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176320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DD1B25B7-92D6-9E2D-1AA3-F3ADAF83048A}"/>
              </a:ext>
            </a:extLst>
          </p:cNvPr>
          <p:cNvGrpSpPr/>
          <p:nvPr/>
        </p:nvGrpSpPr>
        <p:grpSpPr>
          <a:xfrm>
            <a:off x="282456" y="2121014"/>
            <a:ext cx="5813544" cy="2718240"/>
            <a:chOff x="122664" y="749083"/>
            <a:chExt cx="7449015" cy="3482938"/>
          </a:xfrm>
        </p:grpSpPr>
        <p:pic>
          <p:nvPicPr>
            <p:cNvPr id="5" name="圖片 4" descr="一張含有 文字, 螢幕擷取畫面, 平面設計, 美工圖案 的圖片&#10;&#10;AI 產生的內容可能不正確。">
              <a:extLst>
                <a:ext uri="{FF2B5EF4-FFF2-40B4-BE49-F238E27FC236}">
                  <a16:creationId xmlns:a16="http://schemas.microsoft.com/office/drawing/2014/main" id="{15BBF64F-CDBD-AEEE-5F80-0D0514658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035"/>
            <a:stretch>
              <a:fillRect/>
            </a:stretch>
          </p:blipFill>
          <p:spPr>
            <a:xfrm>
              <a:off x="122664" y="749083"/>
              <a:ext cx="7449015" cy="3482938"/>
            </a:xfrm>
            <a:prstGeom prst="rect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</p:pic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F77875E8-7AD7-E41A-1D5E-7A5C9AA5000B}"/>
                </a:ext>
              </a:extLst>
            </p:cNvPr>
            <p:cNvCxnSpPr>
              <a:cxnSpLocks/>
            </p:cNvCxnSpPr>
            <p:nvPr/>
          </p:nvCxnSpPr>
          <p:spPr>
            <a:xfrm>
              <a:off x="3858322" y="3836020"/>
              <a:ext cx="0" cy="396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圖片 16" descr="一張含有 文字, 螢幕擷取畫面, 網站, 字型 的圖片&#10;&#10;AI 產生的內容可能不正確。">
            <a:extLst>
              <a:ext uri="{FF2B5EF4-FFF2-40B4-BE49-F238E27FC236}">
                <a16:creationId xmlns:a16="http://schemas.microsoft.com/office/drawing/2014/main" id="{1BA5A1B7-8F58-A2AA-D37C-06CB66152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85"/>
          <a:stretch>
            <a:fillRect/>
          </a:stretch>
        </p:blipFill>
        <p:spPr>
          <a:xfrm>
            <a:off x="6477978" y="816864"/>
            <a:ext cx="5265475" cy="4864608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B26357A-2D17-2E89-554D-BE17F02BC83D}"/>
              </a:ext>
            </a:extLst>
          </p:cNvPr>
          <p:cNvSpPr txBox="1"/>
          <p:nvPr/>
        </p:nvSpPr>
        <p:spPr>
          <a:xfrm>
            <a:off x="2555244" y="4939264"/>
            <a:ext cx="126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文字下移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3E1F82-3411-D9DC-5269-26922486F06D}"/>
              </a:ext>
            </a:extLst>
          </p:cNvPr>
          <p:cNvSpPr/>
          <p:nvPr/>
        </p:nvSpPr>
        <p:spPr>
          <a:xfrm>
            <a:off x="1662185" y="4181643"/>
            <a:ext cx="3071490" cy="37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7C51DB-2352-72F0-7802-FC9351BF399B}"/>
              </a:ext>
            </a:extLst>
          </p:cNvPr>
          <p:cNvSpPr/>
          <p:nvPr/>
        </p:nvSpPr>
        <p:spPr>
          <a:xfrm>
            <a:off x="4560255" y="2863200"/>
            <a:ext cx="1585401" cy="2124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1511B6-7DC4-7F1D-97D2-F5D5D822E434}"/>
              </a:ext>
            </a:extLst>
          </p:cNvPr>
          <p:cNvSpPr/>
          <p:nvPr/>
        </p:nvSpPr>
        <p:spPr>
          <a:xfrm>
            <a:off x="232800" y="2715173"/>
            <a:ext cx="1585401" cy="2124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10">
            <a:extLst>
              <a:ext uri="{FF2B5EF4-FFF2-40B4-BE49-F238E27FC236}">
                <a16:creationId xmlns:a16="http://schemas.microsoft.com/office/drawing/2014/main" id="{17731980-12AF-3327-1E3A-6533D1D790FF}"/>
              </a:ext>
            </a:extLst>
          </p:cNvPr>
          <p:cNvCxnSpPr>
            <a:cxnSpLocks/>
          </p:cNvCxnSpPr>
          <p:nvPr/>
        </p:nvCxnSpPr>
        <p:spPr>
          <a:xfrm>
            <a:off x="5343792" y="4999472"/>
            <a:ext cx="0" cy="68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918E205-7A6D-EA31-F082-319DA203C8F5}"/>
              </a:ext>
            </a:extLst>
          </p:cNvPr>
          <p:cNvSpPr txBox="1"/>
          <p:nvPr/>
        </p:nvSpPr>
        <p:spPr>
          <a:xfrm>
            <a:off x="4507127" y="5729466"/>
            <a:ext cx="1673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人物位置上移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05C70B-87A9-4E77-D7CF-09C7AEF786AD}"/>
              </a:ext>
            </a:extLst>
          </p:cNvPr>
          <p:cNvSpPr txBox="1"/>
          <p:nvPr/>
        </p:nvSpPr>
        <p:spPr>
          <a:xfrm>
            <a:off x="6901562" y="5928843"/>
            <a:ext cx="449920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文字與人物位置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需依設計檔</a:t>
            </a:r>
          </a:p>
        </p:txBody>
      </p:sp>
    </p:spTree>
    <p:extLst>
      <p:ext uri="{BB962C8B-B14F-4D97-AF65-F5344CB8AC3E}">
        <p14:creationId xmlns:p14="http://schemas.microsoft.com/office/powerpoint/2010/main" val="368608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FAF635A2-85FB-0BF5-16C4-72171297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" b="2676"/>
          <a:stretch>
            <a:fillRect/>
          </a:stretch>
        </p:blipFill>
        <p:spPr>
          <a:xfrm>
            <a:off x="573024" y="1703070"/>
            <a:ext cx="7669110" cy="3527296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9F9DC5-78F2-85D2-1012-A17D1403FAA4}"/>
              </a:ext>
            </a:extLst>
          </p:cNvPr>
          <p:cNvSpPr/>
          <p:nvPr/>
        </p:nvSpPr>
        <p:spPr>
          <a:xfrm>
            <a:off x="1427356" y="3280410"/>
            <a:ext cx="5943600" cy="54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6247BED-A579-FD0F-DE4F-3D5099DEC446}"/>
              </a:ext>
            </a:extLst>
          </p:cNvPr>
          <p:cNvCxnSpPr/>
          <p:nvPr/>
        </p:nvCxnSpPr>
        <p:spPr>
          <a:xfrm>
            <a:off x="7370956" y="3554730"/>
            <a:ext cx="1143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9F6B1C99-AD38-3848-E1BB-4D74BB0214A1}"/>
              </a:ext>
            </a:extLst>
          </p:cNvPr>
          <p:cNvSpPr/>
          <p:nvPr/>
        </p:nvSpPr>
        <p:spPr>
          <a:xfrm>
            <a:off x="1427356" y="3865210"/>
            <a:ext cx="5943600" cy="32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CFE4257-493F-7F3B-9488-061C5F0AEF5F}"/>
              </a:ext>
            </a:extLst>
          </p:cNvPr>
          <p:cNvSpPr txBox="1"/>
          <p:nvPr/>
        </p:nvSpPr>
        <p:spPr>
          <a:xfrm>
            <a:off x="8605396" y="3365744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文字與框需保留間距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656D2FE-587A-0002-EF03-6732F8D3FC29}"/>
              </a:ext>
            </a:extLst>
          </p:cNvPr>
          <p:cNvCxnSpPr/>
          <p:nvPr/>
        </p:nvCxnSpPr>
        <p:spPr>
          <a:xfrm>
            <a:off x="7370956" y="4016700"/>
            <a:ext cx="1143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436230-8156-0031-A5D4-9F1C50BC0A8A}"/>
              </a:ext>
            </a:extLst>
          </p:cNvPr>
          <p:cNvSpPr txBox="1"/>
          <p:nvPr/>
        </p:nvSpPr>
        <p:spPr>
          <a:xfrm>
            <a:off x="8605396" y="3832034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文字字級過大過擠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9C2373A-15B2-2A2E-8CB7-CD5F45FFEDF2}"/>
              </a:ext>
            </a:extLst>
          </p:cNvPr>
          <p:cNvSpPr txBox="1"/>
          <p:nvPr/>
        </p:nvSpPr>
        <p:spPr>
          <a:xfrm>
            <a:off x="6901562" y="5928843"/>
            <a:ext cx="4499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文字大小與</a:t>
            </a:r>
            <a:r>
              <a:rPr lang="en-US" altLang="zh-TW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button</a:t>
            </a:r>
            <a:r>
              <a:rPr lang="zh-TW" altLang="en-US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長寬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需依設計檔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6D9E08-3ABF-65F2-4989-272D93DA624C}"/>
              </a:ext>
            </a:extLst>
          </p:cNvPr>
          <p:cNvSpPr/>
          <p:nvPr/>
        </p:nvSpPr>
        <p:spPr>
          <a:xfrm>
            <a:off x="1427356" y="4940656"/>
            <a:ext cx="5943600" cy="32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10">
            <a:extLst>
              <a:ext uri="{FF2B5EF4-FFF2-40B4-BE49-F238E27FC236}">
                <a16:creationId xmlns:a16="http://schemas.microsoft.com/office/drawing/2014/main" id="{1DC71727-3B9F-DFAF-F859-4ECB5BF2DF59}"/>
              </a:ext>
            </a:extLst>
          </p:cNvPr>
          <p:cNvCxnSpPr/>
          <p:nvPr/>
        </p:nvCxnSpPr>
        <p:spPr>
          <a:xfrm>
            <a:off x="7370956" y="5084509"/>
            <a:ext cx="1143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8BB475-8466-4057-2D17-4DC17824EB80}"/>
              </a:ext>
            </a:extLst>
          </p:cNvPr>
          <p:cNvSpPr txBox="1"/>
          <p:nvPr/>
        </p:nvSpPr>
        <p:spPr>
          <a:xfrm>
            <a:off x="8605396" y="4899843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移除陰影</a:t>
            </a:r>
          </a:p>
        </p:txBody>
      </p:sp>
    </p:spTree>
    <p:extLst>
      <p:ext uri="{BB962C8B-B14F-4D97-AF65-F5344CB8AC3E}">
        <p14:creationId xmlns:p14="http://schemas.microsoft.com/office/powerpoint/2010/main" val="303534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卡通 的圖片&#10;&#10;AI 產生的內容可能不正確。">
            <a:extLst>
              <a:ext uri="{FF2B5EF4-FFF2-40B4-BE49-F238E27FC236}">
                <a16:creationId xmlns:a16="http://schemas.microsoft.com/office/drawing/2014/main" id="{DD664191-B899-5AF6-62E7-B18BAF769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128" y="2087006"/>
            <a:ext cx="5792272" cy="2241854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圖片 6" descr="一張含有 文字, 美工圖案, 圖解, 卡通 的圖片&#10;&#10;AI 產生的內容可能不正確。">
            <a:extLst>
              <a:ext uri="{FF2B5EF4-FFF2-40B4-BE49-F238E27FC236}">
                <a16:creationId xmlns:a16="http://schemas.microsoft.com/office/drawing/2014/main" id="{6E17605A-CCAF-809A-7D99-8B8EE5FEF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63" y="601769"/>
            <a:ext cx="5792272" cy="2699788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</p:pic>
      <p:pic>
        <p:nvPicPr>
          <p:cNvPr id="9" name="圖片 8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72716832-8517-1880-B4E5-29DBFE5BE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4" y="3857655"/>
            <a:ext cx="5794666" cy="2699787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415CEF7-F5A1-59B2-44DC-CBEF5B150833}"/>
              </a:ext>
            </a:extLst>
          </p:cNvPr>
          <p:cNvSpPr/>
          <p:nvPr/>
        </p:nvSpPr>
        <p:spPr>
          <a:xfrm>
            <a:off x="1578828" y="1951663"/>
            <a:ext cx="3178098" cy="449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FBF490-4DC5-E059-586B-85EE382490D8}"/>
              </a:ext>
            </a:extLst>
          </p:cNvPr>
          <p:cNvSpPr/>
          <p:nvPr/>
        </p:nvSpPr>
        <p:spPr>
          <a:xfrm>
            <a:off x="425940" y="5767754"/>
            <a:ext cx="5490117" cy="3376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4617EB-8613-85EB-FFE5-D3DFD109402F}"/>
              </a:ext>
            </a:extLst>
          </p:cNvPr>
          <p:cNvSpPr/>
          <p:nvPr/>
        </p:nvSpPr>
        <p:spPr>
          <a:xfrm>
            <a:off x="7181087" y="3441192"/>
            <a:ext cx="3998977" cy="449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7FB596E-1668-3DB5-2B0B-864ACD7D5A8F}"/>
              </a:ext>
            </a:extLst>
          </p:cNvPr>
          <p:cNvSpPr txBox="1"/>
          <p:nvPr/>
        </p:nvSpPr>
        <p:spPr>
          <a:xfrm>
            <a:off x="6680859" y="5022882"/>
            <a:ext cx="4499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文字大小與</a:t>
            </a:r>
            <a:r>
              <a:rPr lang="en-US" altLang="zh-TW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button</a:t>
            </a:r>
            <a:r>
              <a:rPr lang="zh-TW" altLang="en-US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長寬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需依設計檔</a:t>
            </a:r>
            <a:endParaRPr lang="en-US" altLang="zh-TW" dirty="0">
              <a:solidFill>
                <a:srgbClr val="FF0000"/>
              </a:solidFill>
              <a:highlight>
                <a:srgbClr val="FFFF00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en-US" altLang="zh-TW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button</a:t>
            </a:r>
            <a:r>
              <a:rPr lang="zh-TW" altLang="en-US" dirty="0"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移除陰影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2C7AA9-ECDC-DAC6-E279-A678840204E7}"/>
              </a:ext>
            </a:extLst>
          </p:cNvPr>
          <p:cNvSpPr/>
          <p:nvPr/>
        </p:nvSpPr>
        <p:spPr>
          <a:xfrm>
            <a:off x="599089" y="6162598"/>
            <a:ext cx="1713187" cy="2276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EBC2AB91-1A45-E806-5137-F4FCC26476A9}"/>
              </a:ext>
            </a:extLst>
          </p:cNvPr>
          <p:cNvGrpSpPr/>
          <p:nvPr/>
        </p:nvGrpSpPr>
        <p:grpSpPr>
          <a:xfrm>
            <a:off x="1459058" y="6390290"/>
            <a:ext cx="5982266" cy="180000"/>
            <a:chOff x="1459058" y="6390290"/>
            <a:chExt cx="5982266" cy="180000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643E4ED8-EB78-87E4-2F4E-2C015C62E5A3}"/>
                </a:ext>
              </a:extLst>
            </p:cNvPr>
            <p:cNvCxnSpPr/>
            <p:nvPr/>
          </p:nvCxnSpPr>
          <p:spPr>
            <a:xfrm>
              <a:off x="1469568" y="6390290"/>
              <a:ext cx="0" cy="180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91CCF90B-D49E-9C69-F0C4-39749DC73C2C}"/>
                </a:ext>
              </a:extLst>
            </p:cNvPr>
            <p:cNvCxnSpPr/>
            <p:nvPr/>
          </p:nvCxnSpPr>
          <p:spPr>
            <a:xfrm>
              <a:off x="1459058" y="6568720"/>
              <a:ext cx="59822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78FE22-5C27-88F4-E154-9C3BD86685FA}"/>
              </a:ext>
            </a:extLst>
          </p:cNvPr>
          <p:cNvSpPr txBox="1"/>
          <p:nvPr/>
        </p:nvSpPr>
        <p:spPr>
          <a:xfrm>
            <a:off x="7451834" y="5928625"/>
            <a:ext cx="4740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文字調整：</a:t>
            </a:r>
            <a:endParaRPr lang="en-US" altLang="zh-TW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※ </a:t>
            </a:r>
            <a:r>
              <a:rPr lang="zh-TW" altLang="en-US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請點擊畫面右側按鈕</a:t>
            </a:r>
            <a:endParaRPr lang="en-US" altLang="zh-TW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TW" altLang="en-US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開啟相機錄下你的洗腦歌舞影片</a:t>
            </a:r>
          </a:p>
        </p:txBody>
      </p:sp>
    </p:spTree>
    <p:extLst>
      <p:ext uri="{BB962C8B-B14F-4D97-AF65-F5344CB8AC3E}">
        <p14:creationId xmlns:p14="http://schemas.microsoft.com/office/powerpoint/2010/main" val="364059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A4914AEA-B5D7-9857-1B95-948F12903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6735"/>
            <a:ext cx="12192000" cy="56845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32A429-DF49-0152-37CF-E02F7E444D99}"/>
              </a:ext>
            </a:extLst>
          </p:cNvPr>
          <p:cNvSpPr/>
          <p:nvPr/>
        </p:nvSpPr>
        <p:spPr>
          <a:xfrm>
            <a:off x="1544816" y="2280424"/>
            <a:ext cx="180000" cy="449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FC4CA4-05FC-5F4B-DD2C-B0E830E8A8AB}"/>
              </a:ext>
            </a:extLst>
          </p:cNvPr>
          <p:cNvSpPr/>
          <p:nvPr/>
        </p:nvSpPr>
        <p:spPr>
          <a:xfrm>
            <a:off x="1544815" y="4051128"/>
            <a:ext cx="180000" cy="449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6CEB42-1E48-1785-DDC3-95F8DC139D49}"/>
              </a:ext>
            </a:extLst>
          </p:cNvPr>
          <p:cNvSpPr/>
          <p:nvPr/>
        </p:nvSpPr>
        <p:spPr>
          <a:xfrm>
            <a:off x="1544814" y="4936480"/>
            <a:ext cx="180000" cy="118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AD62272-9201-7E84-7207-C3A441003D7E}"/>
              </a:ext>
            </a:extLst>
          </p:cNvPr>
          <p:cNvCxnSpPr/>
          <p:nvPr/>
        </p:nvCxnSpPr>
        <p:spPr>
          <a:xfrm>
            <a:off x="1182029" y="1538868"/>
            <a:ext cx="0" cy="46723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8830FAC-C70E-479F-7EBA-416DA0412EF3}"/>
              </a:ext>
            </a:extLst>
          </p:cNvPr>
          <p:cNvCxnSpPr>
            <a:cxnSpLocks/>
          </p:cNvCxnSpPr>
          <p:nvPr/>
        </p:nvCxnSpPr>
        <p:spPr>
          <a:xfrm flipH="1">
            <a:off x="758283" y="3769112"/>
            <a:ext cx="4348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674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3666-6759-2214-BD3E-EE027B01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79ADC56-8017-957F-F430-29142B494801}"/>
              </a:ext>
            </a:extLst>
          </p:cNvPr>
          <p:cNvSpPr txBox="1"/>
          <p:nvPr/>
        </p:nvSpPr>
        <p:spPr>
          <a:xfrm>
            <a:off x="1886414" y="3059668"/>
            <a:ext cx="8419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mobile</a:t>
            </a:r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1945935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DAC37B5D-44EF-6FEB-FE54-4D6B858DC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453" y="0"/>
            <a:ext cx="2953206" cy="6858000"/>
          </a:xfrm>
          <a:prstGeom prst="rect">
            <a:avLst/>
          </a:prstGeom>
        </p:spPr>
      </p:pic>
      <p:pic>
        <p:nvPicPr>
          <p:cNvPr id="9" name="圖片 8" descr="一張含有 文字, 螢幕擷取畫面, template, 設計 的圖片&#10;&#10;AI 產生的內容可能不正確。">
            <a:extLst>
              <a:ext uri="{FF2B5EF4-FFF2-40B4-BE49-F238E27FC236}">
                <a16:creationId xmlns:a16="http://schemas.microsoft.com/office/drawing/2014/main" id="{E21881F7-1A1E-A600-1A7D-B31AD72E5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542" y="0"/>
            <a:ext cx="1984630" cy="6858000"/>
          </a:xfrm>
          <a:prstGeom prst="rect">
            <a:avLst/>
          </a:prstGeom>
        </p:spPr>
      </p:pic>
      <p:pic>
        <p:nvPicPr>
          <p:cNvPr id="10" name="圖片 9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B440CA66-31E9-AE35-ABE9-14F605F43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056" y="0"/>
            <a:ext cx="3225889" cy="6858000"/>
          </a:xfrm>
          <a:prstGeom prst="rect">
            <a:avLst/>
          </a:prstGeom>
        </p:spPr>
      </p:pic>
      <p:pic>
        <p:nvPicPr>
          <p:cNvPr id="3" name="圖片 2" descr="一張含有 文字, 字型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D8509933-B170-9661-FBB6-DBB20C7BC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3" y="0"/>
            <a:ext cx="2614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4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BD3E298-9DB6-31AC-9ADD-5A8AF1D84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89" y="694944"/>
            <a:ext cx="4267023" cy="546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65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AABC2146-6E64-8599-8531-DEBC63A07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397" y="0"/>
            <a:ext cx="2953206" cy="6858000"/>
          </a:xfrm>
          <a:prstGeom prst="rect">
            <a:avLst/>
          </a:prstGeom>
        </p:spPr>
      </p:pic>
      <p:pic>
        <p:nvPicPr>
          <p:cNvPr id="6" name="圖片 5" descr="一張含有 文字, 螢幕擷取畫面, 字型, 筆跡 的圖片&#10;&#10;AI 產生的內容可能不正確。">
            <a:extLst>
              <a:ext uri="{FF2B5EF4-FFF2-40B4-BE49-F238E27FC236}">
                <a16:creationId xmlns:a16="http://schemas.microsoft.com/office/drawing/2014/main" id="{F109B4B9-B306-C345-3390-2234C0098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347" y="4901611"/>
            <a:ext cx="843828" cy="125139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DAD1FF7-9072-A77D-F470-8EAA1171FE57}"/>
              </a:ext>
            </a:extLst>
          </p:cNvPr>
          <p:cNvSpPr/>
          <p:nvPr/>
        </p:nvSpPr>
        <p:spPr>
          <a:xfrm>
            <a:off x="6485860" y="4742134"/>
            <a:ext cx="1192383" cy="14108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CFE5A9DE-5993-4CDA-546A-8832F3FABE73}"/>
              </a:ext>
            </a:extLst>
          </p:cNvPr>
          <p:cNvGrpSpPr/>
          <p:nvPr/>
        </p:nvGrpSpPr>
        <p:grpSpPr>
          <a:xfrm>
            <a:off x="7415948" y="6153003"/>
            <a:ext cx="1005218" cy="252000"/>
            <a:chOff x="10604810" y="2687441"/>
            <a:chExt cx="613317" cy="252000"/>
          </a:xfrm>
        </p:grpSpPr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A6B20743-712B-C3EC-9CC6-E66669DAD71D}"/>
                </a:ext>
              </a:extLst>
            </p:cNvPr>
            <p:cNvCxnSpPr/>
            <p:nvPr/>
          </p:nvCxnSpPr>
          <p:spPr>
            <a:xfrm>
              <a:off x="10604810" y="2687441"/>
              <a:ext cx="0" cy="252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23">
              <a:extLst>
                <a:ext uri="{FF2B5EF4-FFF2-40B4-BE49-F238E27FC236}">
                  <a16:creationId xmlns:a16="http://schemas.microsoft.com/office/drawing/2014/main" id="{4B1197B1-E307-89C1-28B9-C3DEC4FCC768}"/>
                </a:ext>
              </a:extLst>
            </p:cNvPr>
            <p:cNvCxnSpPr/>
            <p:nvPr/>
          </p:nvCxnSpPr>
          <p:spPr>
            <a:xfrm>
              <a:off x="10604810" y="2932771"/>
              <a:ext cx="61331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665964-3480-FBC4-F457-E45A10D7C3A0}"/>
              </a:ext>
            </a:extLst>
          </p:cNvPr>
          <p:cNvSpPr txBox="1"/>
          <p:nvPr/>
        </p:nvSpPr>
        <p:spPr>
          <a:xfrm>
            <a:off x="8029594" y="5691338"/>
            <a:ext cx="3506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固定於畫面右下角避免遮到內容。</a:t>
            </a:r>
            <a:endParaRPr lang="en-US" altLang="zh-TW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TW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靠右對齊。</a:t>
            </a:r>
            <a:r>
              <a:rPr lang="en-US" altLang="zh-TW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zh-TW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*</a:t>
            </a:r>
            <a:r>
              <a:rPr lang="en-US" altLang="zh-TW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pc</a:t>
            </a:r>
            <a:r>
              <a:rPr lang="zh-TW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、</a:t>
            </a:r>
            <a:r>
              <a:rPr lang="en-US" altLang="zh-TW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mobile</a:t>
            </a:r>
            <a:r>
              <a:rPr lang="zh-TW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皆統一</a:t>
            </a:r>
            <a:r>
              <a:rPr lang="en-US" altLang="zh-TW" sz="16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  <a:endParaRPr lang="zh-TW" altLang="en-US" sz="1600" dirty="0">
              <a:solidFill>
                <a:srgbClr val="FF0000"/>
              </a:solidFill>
              <a:highlight>
                <a:srgbClr val="FFFF00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147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2764-8AD0-3157-609E-E81A85B8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20A9B02-7623-59A6-6ADD-5235B0BC8584}"/>
              </a:ext>
            </a:extLst>
          </p:cNvPr>
          <p:cNvSpPr txBox="1"/>
          <p:nvPr/>
        </p:nvSpPr>
        <p:spPr>
          <a:xfrm>
            <a:off x="1886414" y="3059668"/>
            <a:ext cx="8419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其他統一需修改項目</a:t>
            </a:r>
          </a:p>
        </p:txBody>
      </p:sp>
    </p:spTree>
    <p:extLst>
      <p:ext uri="{BB962C8B-B14F-4D97-AF65-F5344CB8AC3E}">
        <p14:creationId xmlns:p14="http://schemas.microsoft.com/office/powerpoint/2010/main" val="244850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符號, 設計 的圖片&#10;&#10;AI 產生的內容可能不正確。">
            <a:extLst>
              <a:ext uri="{FF2B5EF4-FFF2-40B4-BE49-F238E27FC236}">
                <a16:creationId xmlns:a16="http://schemas.microsoft.com/office/drawing/2014/main" id="{0B7BF3BB-4600-F9AF-7CC3-B64B56F2A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693008"/>
            <a:ext cx="7061200" cy="40386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592E8CE-254E-FD9A-2DF6-D4DDBE4FAB5A}"/>
              </a:ext>
            </a:extLst>
          </p:cNvPr>
          <p:cNvSpPr txBox="1"/>
          <p:nvPr/>
        </p:nvSpPr>
        <p:spPr>
          <a:xfrm>
            <a:off x="3963430" y="4534585"/>
            <a:ext cx="152297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手機版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4FACB81-DCCF-6DD2-C0FA-97DC496EA1ED}"/>
              </a:ext>
            </a:extLst>
          </p:cNvPr>
          <p:cNvSpPr txBox="1"/>
          <p:nvPr/>
        </p:nvSpPr>
        <p:spPr>
          <a:xfrm>
            <a:off x="4099354" y="5023707"/>
            <a:ext cx="1251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文案調整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46704B3-4DF9-E7F8-C848-55493FA3DEF8}"/>
              </a:ext>
            </a:extLst>
          </p:cNvPr>
          <p:cNvSpPr txBox="1"/>
          <p:nvPr/>
        </p:nvSpPr>
        <p:spPr>
          <a:xfrm>
            <a:off x="6816813" y="4534585"/>
            <a:ext cx="152297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桌機版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959C684-08A1-46A0-A64B-3FE80E7B47B3}"/>
              </a:ext>
            </a:extLst>
          </p:cNvPr>
          <p:cNvSpPr txBox="1"/>
          <p:nvPr/>
        </p:nvSpPr>
        <p:spPr>
          <a:xfrm>
            <a:off x="6816813" y="5023707"/>
            <a:ext cx="1522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文案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</a:p>
        </p:txBody>
      </p:sp>
    </p:spTree>
    <p:extLst>
      <p:ext uri="{BB962C8B-B14F-4D97-AF65-F5344CB8AC3E}">
        <p14:creationId xmlns:p14="http://schemas.microsoft.com/office/powerpoint/2010/main" val="1617193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卡通, 字型, 美工圖案 的圖片&#10;&#10;AI 產生的內容可能不正確。">
            <a:extLst>
              <a:ext uri="{FF2B5EF4-FFF2-40B4-BE49-F238E27FC236}">
                <a16:creationId xmlns:a16="http://schemas.microsoft.com/office/drawing/2014/main" id="{F55687E6-5E8D-2B1C-96FD-2E467C614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59909"/>
            <a:ext cx="7772400" cy="293084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EE8D272-5ABE-B004-94F9-A1627035D3F7}"/>
              </a:ext>
            </a:extLst>
          </p:cNvPr>
          <p:cNvSpPr txBox="1"/>
          <p:nvPr/>
        </p:nvSpPr>
        <p:spPr>
          <a:xfrm>
            <a:off x="3675305" y="4230003"/>
            <a:ext cx="484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綠色矩型已與人物分開，並改成形狀物件於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PS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B862B2-2428-38CB-08AF-BF947C0F276C}"/>
              </a:ext>
            </a:extLst>
          </p:cNvPr>
          <p:cNvSpPr txBox="1"/>
          <p:nvPr/>
        </p:nvSpPr>
        <p:spPr>
          <a:xfrm>
            <a:off x="9982200" y="2871979"/>
            <a:ext cx="178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文字統一調整：EASY2026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9D5235-13B8-13DA-7C6C-6BAE6FBEF98D}"/>
              </a:ext>
            </a:extLst>
          </p:cNvPr>
          <p:cNvSpPr/>
          <p:nvPr/>
        </p:nvSpPr>
        <p:spPr>
          <a:xfrm>
            <a:off x="7324312" y="3073664"/>
            <a:ext cx="1192383" cy="247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C36CE0A-0D61-9085-60D9-92C827014C2E}"/>
              </a:ext>
            </a:extLst>
          </p:cNvPr>
          <p:cNvCxnSpPr/>
          <p:nvPr/>
        </p:nvCxnSpPr>
        <p:spPr>
          <a:xfrm>
            <a:off x="8516695" y="3195145"/>
            <a:ext cx="12999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6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5F6F18-A61A-4B4C-6B7C-EA1EB4C36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FAE0A0E-92B2-D664-69F1-05F224EB4194}"/>
              </a:ext>
            </a:extLst>
          </p:cNvPr>
          <p:cNvSpPr txBox="1"/>
          <p:nvPr/>
        </p:nvSpPr>
        <p:spPr>
          <a:xfrm>
            <a:off x="1886414" y="3059668"/>
            <a:ext cx="8419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目前</a:t>
            </a:r>
            <a:r>
              <a:rPr lang="en-US" altLang="zh-TW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mobile</a:t>
            </a:r>
            <a:r>
              <a:rPr lang="zh-TW" altLang="en-US" sz="3000" spc="600" dirty="0">
                <a:latin typeface="Meiryo UI" panose="020B0604030504040204" pitchFamily="34" charset="-128"/>
                <a:ea typeface="Meiryo UI" panose="020B0604030504040204" pitchFamily="34" charset="-128"/>
              </a:rPr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2195869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 descr="一張含有 文字, 美工圖案, 圖解, 卡通 的圖片&#10;&#10;AI 產生的內容可能不正確。">
            <a:extLst>
              <a:ext uri="{FF2B5EF4-FFF2-40B4-BE49-F238E27FC236}">
                <a16:creationId xmlns:a16="http://schemas.microsoft.com/office/drawing/2014/main" id="{CCF3DF09-CDFF-6D60-FFEB-CFDF9CDE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345" y="1640006"/>
            <a:ext cx="2224655" cy="3577987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7BE9307-D4FB-1CED-48DF-DF2C37807B5B}"/>
              </a:ext>
            </a:extLst>
          </p:cNvPr>
          <p:cNvSpPr/>
          <p:nvPr/>
        </p:nvSpPr>
        <p:spPr>
          <a:xfrm>
            <a:off x="3871345" y="2828249"/>
            <a:ext cx="2224655" cy="1798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5663F0F-9F5C-C00E-E923-13CB73AAD200}"/>
              </a:ext>
            </a:extLst>
          </p:cNvPr>
          <p:cNvCxnSpPr>
            <a:cxnSpLocks/>
          </p:cNvCxnSpPr>
          <p:nvPr/>
        </p:nvCxnSpPr>
        <p:spPr>
          <a:xfrm>
            <a:off x="6107565" y="3643230"/>
            <a:ext cx="5129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BFC3C46-699B-A3A8-1C76-C52C4CD2187F}"/>
              </a:ext>
            </a:extLst>
          </p:cNvPr>
          <p:cNvSpPr txBox="1"/>
          <p:nvPr/>
        </p:nvSpPr>
        <p:spPr>
          <a:xfrm>
            <a:off x="6632086" y="3458564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人物主視覺應在上，文字在下</a:t>
            </a:r>
          </a:p>
        </p:txBody>
      </p:sp>
    </p:spTree>
    <p:extLst>
      <p:ext uri="{BB962C8B-B14F-4D97-AF65-F5344CB8AC3E}">
        <p14:creationId xmlns:p14="http://schemas.microsoft.com/office/powerpoint/2010/main" val="2892925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地圖, 字型, 圖表 的圖片&#10;&#10;AI 產生的內容可能不正確。">
            <a:extLst>
              <a:ext uri="{FF2B5EF4-FFF2-40B4-BE49-F238E27FC236}">
                <a16:creationId xmlns:a16="http://schemas.microsoft.com/office/drawing/2014/main" id="{9B109F5B-CA0A-3B39-DC1B-219E12DA5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4"/>
          <a:stretch>
            <a:fillRect/>
          </a:stretch>
        </p:blipFill>
        <p:spPr>
          <a:xfrm>
            <a:off x="250775" y="625850"/>
            <a:ext cx="2314351" cy="4704434"/>
          </a:xfrm>
          <a:prstGeom prst="rect">
            <a:avLst/>
          </a:prstGeom>
        </p:spPr>
      </p:pic>
      <p:pic>
        <p:nvPicPr>
          <p:cNvPr id="9" name="圖片 8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2736BDF4-B600-C4BF-CBEF-594934FD0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4"/>
          <a:stretch>
            <a:fillRect/>
          </a:stretch>
        </p:blipFill>
        <p:spPr>
          <a:xfrm>
            <a:off x="5032618" y="625850"/>
            <a:ext cx="2314351" cy="4704434"/>
          </a:xfrm>
          <a:prstGeom prst="rect">
            <a:avLst/>
          </a:prstGeom>
        </p:spPr>
      </p:pic>
      <p:pic>
        <p:nvPicPr>
          <p:cNvPr id="11" name="圖片 10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569B377A-660A-B8DD-2299-A7E78DBBE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4"/>
          <a:stretch>
            <a:fillRect/>
          </a:stretch>
        </p:blipFill>
        <p:spPr>
          <a:xfrm>
            <a:off x="2641696" y="625850"/>
            <a:ext cx="2314351" cy="4704434"/>
          </a:xfrm>
          <a:prstGeom prst="rect">
            <a:avLst/>
          </a:prstGeom>
        </p:spPr>
      </p:pic>
      <p:pic>
        <p:nvPicPr>
          <p:cNvPr id="13" name="圖片 1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4AE4ECC-EF0E-F4B0-5C51-2D598CDDFC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4"/>
          <a:stretch>
            <a:fillRect/>
          </a:stretch>
        </p:blipFill>
        <p:spPr>
          <a:xfrm>
            <a:off x="9789678" y="625850"/>
            <a:ext cx="2314351" cy="470443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BB34594-D73D-0876-4C65-9BC985C5B9BF}"/>
              </a:ext>
            </a:extLst>
          </p:cNvPr>
          <p:cNvSpPr/>
          <p:nvPr/>
        </p:nvSpPr>
        <p:spPr>
          <a:xfrm>
            <a:off x="250774" y="1984917"/>
            <a:ext cx="231435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FDC7A2-1F6C-FDFF-1442-D843073C5491}"/>
              </a:ext>
            </a:extLst>
          </p:cNvPr>
          <p:cNvSpPr/>
          <p:nvPr/>
        </p:nvSpPr>
        <p:spPr>
          <a:xfrm>
            <a:off x="2641696" y="3631581"/>
            <a:ext cx="231435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AB4613-3200-FE69-07A3-BDFF187E9333}"/>
              </a:ext>
            </a:extLst>
          </p:cNvPr>
          <p:cNvSpPr/>
          <p:nvPr/>
        </p:nvSpPr>
        <p:spPr>
          <a:xfrm>
            <a:off x="10209339" y="2456182"/>
            <a:ext cx="180000" cy="241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FC1717C-35B9-58F9-BA83-BEB8B691E7DA}"/>
              </a:ext>
            </a:extLst>
          </p:cNvPr>
          <p:cNvSpPr txBox="1"/>
          <p:nvPr/>
        </p:nvSpPr>
        <p:spPr>
          <a:xfrm>
            <a:off x="2937402" y="5451511"/>
            <a:ext cx="6317196" cy="1280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問題 </a:t>
            </a:r>
            <a:r>
              <a:rPr lang="en-US" altLang="zh-TW" dirty="0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 文字大小與</a:t>
            </a:r>
            <a:r>
              <a:rPr lang="en-US" altLang="zh-TW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buttont</a:t>
            </a: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長寬需統一</a:t>
            </a:r>
            <a:r>
              <a:rPr lang="en-US" altLang="zh-TW" dirty="0"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文字太小</a:t>
            </a:r>
            <a:r>
              <a:rPr lang="en-US" altLang="zh-TW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問題 </a:t>
            </a:r>
            <a:r>
              <a:rPr lang="en-US" altLang="zh-TW" dirty="0">
                <a:latin typeface="Meiryo UI" panose="020B0604030504040204" pitchFamily="34" charset="-128"/>
                <a:ea typeface="Meiryo UI" panose="020B0604030504040204" pitchFamily="34" charset="-128"/>
              </a:rPr>
              <a:t>2 </a:t>
            </a: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活動辦法列點間距需調窄</a:t>
            </a:r>
            <a:endParaRPr lang="en-US" altLang="zh-TW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問題 </a:t>
            </a:r>
            <a:r>
              <a:rPr lang="en-US" altLang="zh-TW" dirty="0"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 標題字級統一大小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DAF024-B336-9D08-D934-7F398443D74A}"/>
              </a:ext>
            </a:extLst>
          </p:cNvPr>
          <p:cNvSpPr/>
          <p:nvPr/>
        </p:nvSpPr>
        <p:spPr>
          <a:xfrm>
            <a:off x="2679981" y="1122556"/>
            <a:ext cx="231435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 descr="一張含有 文字, 人的臉孔, 螢幕擷取畫面, 人員 的圖片&#10;&#10;AI 產生的內容可能不正確。">
            <a:extLst>
              <a:ext uri="{FF2B5EF4-FFF2-40B4-BE49-F238E27FC236}">
                <a16:creationId xmlns:a16="http://schemas.microsoft.com/office/drawing/2014/main" id="{9D7F071F-348F-A041-F4BF-549C213CED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540" y="625850"/>
            <a:ext cx="2289567" cy="4704434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C7FB27E5-B027-F920-3364-565F268424AD}"/>
              </a:ext>
            </a:extLst>
          </p:cNvPr>
          <p:cNvSpPr/>
          <p:nvPr/>
        </p:nvSpPr>
        <p:spPr>
          <a:xfrm>
            <a:off x="7411147" y="1243361"/>
            <a:ext cx="231435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565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網路廣告, 網頁 的圖片&#10;&#10;AI 產生的內容可能不正確。">
            <a:extLst>
              <a:ext uri="{FF2B5EF4-FFF2-40B4-BE49-F238E27FC236}">
                <a16:creationId xmlns:a16="http://schemas.microsoft.com/office/drawing/2014/main" id="{6F8747C8-694A-8F2F-9631-C4AB5816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3" y="300719"/>
            <a:ext cx="3635055" cy="62565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0A7215-6AD6-729F-2E94-F0762DFAC277}"/>
              </a:ext>
            </a:extLst>
          </p:cNvPr>
          <p:cNvSpPr/>
          <p:nvPr/>
        </p:nvSpPr>
        <p:spPr>
          <a:xfrm>
            <a:off x="860501" y="4044509"/>
            <a:ext cx="3178098" cy="1140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8A8D9F51-767C-80AF-18BD-07693C92089F}"/>
              </a:ext>
            </a:extLst>
          </p:cNvPr>
          <p:cNvCxnSpPr>
            <a:cxnSpLocks/>
          </p:cNvCxnSpPr>
          <p:nvPr/>
        </p:nvCxnSpPr>
        <p:spPr>
          <a:xfrm>
            <a:off x="4025591" y="4636399"/>
            <a:ext cx="6467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A5E3BA04-A2EE-25C0-FD87-B52CF9C323EE}"/>
              </a:ext>
            </a:extLst>
          </p:cNvPr>
          <p:cNvSpPr txBox="1"/>
          <p:nvPr/>
        </p:nvSpPr>
        <p:spPr>
          <a:xfrm>
            <a:off x="4672361" y="4451733"/>
            <a:ext cx="179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手機版字級太小</a:t>
            </a:r>
          </a:p>
        </p:txBody>
      </p:sp>
      <p:pic>
        <p:nvPicPr>
          <p:cNvPr id="10" name="圖片 9" descr="一張含有 文字, 螢幕擷取畫面, 網路廣告, 網頁 的圖片&#10;&#10;AI 產生的內容可能不正確。">
            <a:extLst>
              <a:ext uri="{FF2B5EF4-FFF2-40B4-BE49-F238E27FC236}">
                <a16:creationId xmlns:a16="http://schemas.microsoft.com/office/drawing/2014/main" id="{5E73EE81-CD38-B81A-E1BD-D790EEFEF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07" y="300719"/>
            <a:ext cx="3635055" cy="6256562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92065B5E-E29F-68C4-9085-687494FC8672}"/>
              </a:ext>
            </a:extLst>
          </p:cNvPr>
          <p:cNvCxnSpPr>
            <a:cxnSpLocks/>
          </p:cNvCxnSpPr>
          <p:nvPr/>
        </p:nvCxnSpPr>
        <p:spPr>
          <a:xfrm>
            <a:off x="9902282" y="1293541"/>
            <a:ext cx="0" cy="130469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52EFBB4-B17C-88A4-8728-14BD58AAC220}"/>
              </a:ext>
            </a:extLst>
          </p:cNvPr>
          <p:cNvCxnSpPr>
            <a:cxnSpLocks/>
          </p:cNvCxnSpPr>
          <p:nvPr/>
        </p:nvCxnSpPr>
        <p:spPr>
          <a:xfrm>
            <a:off x="9902282" y="1915501"/>
            <a:ext cx="15611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87A0430-68DD-30EF-50E6-B97EF20BAF39}"/>
              </a:ext>
            </a:extLst>
          </p:cNvPr>
          <p:cNvSpPr/>
          <p:nvPr/>
        </p:nvSpPr>
        <p:spPr>
          <a:xfrm>
            <a:off x="9199756" y="1483112"/>
            <a:ext cx="658162" cy="1003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332AF4E-385A-932B-8DF7-8E5D9E75A4D3}"/>
              </a:ext>
            </a:extLst>
          </p:cNvPr>
          <p:cNvGrpSpPr/>
          <p:nvPr/>
        </p:nvGrpSpPr>
        <p:grpSpPr>
          <a:xfrm>
            <a:off x="9595623" y="2486722"/>
            <a:ext cx="1005218" cy="252000"/>
            <a:chOff x="10604810" y="2687441"/>
            <a:chExt cx="613317" cy="252000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9B1F598B-6AAA-2777-D2E6-2FAF66294654}"/>
                </a:ext>
              </a:extLst>
            </p:cNvPr>
            <p:cNvCxnSpPr/>
            <p:nvPr/>
          </p:nvCxnSpPr>
          <p:spPr>
            <a:xfrm>
              <a:off x="10604810" y="2687441"/>
              <a:ext cx="0" cy="252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8E4E41A2-1349-1864-B682-4F0E4A2E6EB5}"/>
                </a:ext>
              </a:extLst>
            </p:cNvPr>
            <p:cNvCxnSpPr/>
            <p:nvPr/>
          </p:nvCxnSpPr>
          <p:spPr>
            <a:xfrm>
              <a:off x="10604810" y="2932771"/>
              <a:ext cx="61331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F8237C3-33C1-FBBB-63E3-5A20077ABE6E}"/>
              </a:ext>
            </a:extLst>
          </p:cNvPr>
          <p:cNvSpPr txBox="1"/>
          <p:nvPr/>
        </p:nvSpPr>
        <p:spPr>
          <a:xfrm>
            <a:off x="10645205" y="2554056"/>
            <a:ext cx="1398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固定於畫面右下角避免遮到內容。</a:t>
            </a:r>
          </a:p>
        </p:txBody>
      </p:sp>
    </p:spTree>
    <p:extLst>
      <p:ext uri="{BB962C8B-B14F-4D97-AF65-F5344CB8AC3E}">
        <p14:creationId xmlns:p14="http://schemas.microsoft.com/office/powerpoint/2010/main" val="3097345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295</Words>
  <Application>Microsoft Office PowerPoint</Application>
  <PresentationFormat>寬螢幕</PresentationFormat>
  <Paragraphs>50</Paragraphs>
  <Slides>18</Slides>
  <Notes>3</Notes>
  <HiddenSlides>4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18</vt:i4>
      </vt:variant>
    </vt:vector>
  </HeadingPairs>
  <TitlesOfParts>
    <vt:vector size="27" baseType="lpstr">
      <vt:lpstr>Meiryo UI</vt:lpstr>
      <vt:lpstr>Noto Sans HK</vt:lpstr>
      <vt:lpstr>微軟正黑體</vt:lpstr>
      <vt:lpstr>Aptos</vt:lpstr>
      <vt:lpstr>Aptos Display</vt:lpstr>
      <vt:lpstr>Arial</vt:lpstr>
      <vt:lpstr>Calibri</vt:lpstr>
      <vt:lpstr>Office 佈景主題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邱育泓(Jimmy Chiu)</dc:creator>
  <cp:lastModifiedBy>詹雯茜(Cici)</cp:lastModifiedBy>
  <cp:revision>22</cp:revision>
  <dcterms:created xsi:type="dcterms:W3CDTF">2026-02-05T03:39:52Z</dcterms:created>
  <dcterms:modified xsi:type="dcterms:W3CDTF">2026-02-06T02:41:02Z</dcterms:modified>
</cp:coreProperties>
</file>